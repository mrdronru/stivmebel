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04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495" y="0"/>
            <a:ext cx="73152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СТИВ ИНТЕРЬЕРЫ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31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Производственный</a:t>
            </a:r>
            <a:endParaRPr lang="en-US" sz="3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1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партнёр</a:t>
            </a:r>
            <a:endParaRPr lang="en-US" sz="3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1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дизайнеров</a:t>
            </a:r>
            <a:endParaRPr lang="en-US" sz="3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1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интерьера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42245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Корпусная, встроенная и нестандартная мебель по дизайн-проектам.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5440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Реализуем проекты так,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они задуманы.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дизайнеры работают с нами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Понимаем: мебельный подрядчик становится частью вашей репутации перед клиентом.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94376" cy="1993392"/>
          </a:xfrm>
          <a:prstGeom prst="roundRect">
            <a:avLst>
              <a:gd name="adj" fmla="val 3211"/>
            </a:avLst>
          </a:prstGeom>
          <a:solidFill>
            <a:srgbClr val="F6F5F2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29352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kern="0" spc="-2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Работаем по договору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69848" y="3392424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Предсказуемые сроки.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Письменные гарантии.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2784" y="2240280"/>
            <a:ext cx="5294376" cy="1993392"/>
          </a:xfrm>
          <a:prstGeom prst="roundRect">
            <a:avLst>
              <a:gd name="adj" fmla="val 3211"/>
            </a:avLst>
          </a:prstGeom>
          <a:solidFill>
            <a:srgbClr val="F6F5F2"/>
          </a:solidFill>
          <a:ln/>
        </p:spPr>
      </p:sp>
      <p:sp>
        <p:nvSpPr>
          <p:cNvPr id="9" name="Text 7"/>
          <p:cNvSpPr/>
          <p:nvPr/>
        </p:nvSpPr>
        <p:spPr>
          <a:xfrm>
            <a:off x="6656832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56832" y="29352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kern="0" spc="-2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Работаем по вашему процессу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656832" y="3392424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заставляем менять привычную схему работы.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526280"/>
            <a:ext cx="5294376" cy="1993392"/>
          </a:xfrm>
          <a:prstGeom prst="roundRect">
            <a:avLst>
              <a:gd name="adj" fmla="val 3211"/>
            </a:avLst>
          </a:prstGeom>
          <a:solidFill>
            <a:srgbClr val="F6F5F2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4855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52212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kern="0" spc="-2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Нестандартные решения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69848" y="5678424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Размеры. Материалы.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Конструкции.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2784" y="4526280"/>
            <a:ext cx="5294376" cy="1993392"/>
          </a:xfrm>
          <a:prstGeom prst="roundRect">
            <a:avLst>
              <a:gd name="adj" fmla="val 3211"/>
            </a:avLst>
          </a:prstGeom>
          <a:solidFill>
            <a:srgbClr val="F6F5F2"/>
          </a:solidFill>
          <a:ln/>
        </p:spPr>
      </p:sp>
      <p:sp>
        <p:nvSpPr>
          <p:cNvPr id="17" name="Text 15"/>
          <p:cNvSpPr/>
          <p:nvPr/>
        </p:nvSpPr>
        <p:spPr>
          <a:xfrm>
            <a:off x="6656832" y="4855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56832" y="52212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kern="0" spc="-2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ответственный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656832" y="5678424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Берём на себя координацию производства и смежных исполнителей.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можем реализовать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Изготавливаем мебель по </a:t>
            </a:r>
            <a:r>
              <a:rPr lang="en-US" sz="1500" dirty="0" err="1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индивидуальным</a:t>
            </a:r>
            <a:r>
              <a:rPr lang="en-US" sz="15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проектам</a:t>
            </a:r>
            <a:r>
              <a:rPr lang="ru-RU" sz="15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5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стандартных изделий до сложных нестандартных решений.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КОРПУСА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852928"/>
            <a:ext cx="2267712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090672"/>
            <a:ext cx="24048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ЛДСП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МДФ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Шпон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56432" y="23774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ФАСАДЫ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6432" y="2852928"/>
            <a:ext cx="2267712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3090672"/>
            <a:ext cx="24048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ЛДСП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ПВХ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Эмаль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Пластик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Шпон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Массив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7064" y="23774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ДОПОЛНИТЕЛЬНО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2852928"/>
            <a:ext cx="2267712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3090672"/>
            <a:ext cx="24048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Металл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Стекло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Подсветка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97696" y="23774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97696" y="2852928"/>
            <a:ext cx="2267712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97696" y="3090672"/>
            <a:ext cx="24048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Собственный покрасочный цех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Собственный сборочный участок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Партнёры по ЧПУ-обработке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se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495" y="0"/>
            <a:ext cx="7315200" cy="605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4920" y="623620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Кухня  —  краткая особенность проекта (плейсхолдер)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-3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 объекта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858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Москва  ·  — м²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ИЗГОТОВИЛИ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Кухня  ·  Гардеробная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ТВ-зона  ·  Прихожая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МАТЕРИАЛЫ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Шпон  ·  Эмаль  ·  Металл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 ИЗГОТОВЛЕНИЯ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недель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" y="5349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МОНТАЖ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дней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se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495" y="0"/>
            <a:ext cx="7315200" cy="605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4920" y="623620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Кухня  —  краткая особенность проекта (плейсхолдер)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-3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 объекта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858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Москва  ·  — м²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ИЗГОТОВИЛИ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Кухня  ·  Гардеробная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ТВ-зона  ·  Прихожая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МАТЕРИАЛЫ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Шпон  ·  Эмаль  ·  Металл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 ИЗГОТОВЛЕНИЯ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недель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" y="5349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МОНТАЖ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дней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se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495" y="0"/>
            <a:ext cx="7315200" cy="605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4920" y="623620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Детская  —  краткая особенность проекта (плейсхолдер)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-3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 объекта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858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Москва  ·  — м²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ИЗГОТОВИЛИ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Кухня  ·  Гардеробная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ТВ-зона  ·  Прихожая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МАТЕРИАЛЫ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Шпон  ·  Эмаль  ·  Металл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 ИЗГОТОВЛЕНИЯ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недель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" y="5349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МОНТАЖ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дней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строится работа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3657600"/>
            <a:ext cx="10362895" cy="0"/>
          </a:xfrm>
          <a:prstGeom prst="line">
            <a:avLst/>
          </a:prstGeom>
          <a:noFill/>
          <a:ln w="15875">
            <a:solidFill>
              <a:srgbClr val="E4E2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" y="3607308"/>
            <a:ext cx="100584" cy="100584"/>
          </a:xfrm>
          <a:prstGeom prst="ellipse">
            <a:avLst/>
          </a:prstGeom>
          <a:solidFill>
            <a:srgbClr val="5A5F4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" y="3913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91257" y="3607308"/>
            <a:ext cx="100584" cy="100584"/>
          </a:xfrm>
          <a:prstGeom prst="ellipse">
            <a:avLst/>
          </a:prstGeom>
          <a:solidFill>
            <a:srgbClr val="5A5F46"/>
          </a:solidFill>
          <a:ln/>
        </p:spPr>
      </p:sp>
      <p:sp>
        <p:nvSpPr>
          <p:cNvPr id="8" name="Text 6"/>
          <p:cNvSpPr/>
          <p:nvPr/>
        </p:nvSpPr>
        <p:spPr>
          <a:xfrm>
            <a:off x="2092909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72869" y="3913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8406" y="3607308"/>
            <a:ext cx="100584" cy="100584"/>
          </a:xfrm>
          <a:prstGeom prst="ellipse">
            <a:avLst/>
          </a:prstGeom>
          <a:solidFill>
            <a:srgbClr val="5A5F46"/>
          </a:solidFill>
          <a:ln/>
        </p:spPr>
      </p:sp>
      <p:sp>
        <p:nvSpPr>
          <p:cNvPr id="11" name="Text 9"/>
          <p:cNvSpPr/>
          <p:nvPr/>
        </p:nvSpPr>
        <p:spPr>
          <a:xfrm>
            <a:off x="3820058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00018" y="3913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Замеры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45556" y="3607308"/>
            <a:ext cx="100584" cy="100584"/>
          </a:xfrm>
          <a:prstGeom prst="ellipse">
            <a:avLst/>
          </a:prstGeom>
          <a:solidFill>
            <a:srgbClr val="5A5F46"/>
          </a:solidFill>
          <a:ln/>
        </p:spPr>
      </p:sp>
      <p:sp>
        <p:nvSpPr>
          <p:cNvPr id="14" name="Text 12"/>
          <p:cNvSpPr/>
          <p:nvPr/>
        </p:nvSpPr>
        <p:spPr>
          <a:xfrm>
            <a:off x="5547208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27168" y="3913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Спецификация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705" y="3607308"/>
            <a:ext cx="100584" cy="100584"/>
          </a:xfrm>
          <a:prstGeom prst="ellipse">
            <a:avLst/>
          </a:prstGeom>
          <a:solidFill>
            <a:srgbClr val="5A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7274357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54317" y="3913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Производство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499854" y="3607308"/>
            <a:ext cx="100584" cy="100584"/>
          </a:xfrm>
          <a:prstGeom prst="ellipse">
            <a:avLst/>
          </a:prstGeom>
          <a:solidFill>
            <a:srgbClr val="5A5F46"/>
          </a:solidFill>
          <a:ln/>
        </p:spPr>
      </p:sp>
      <p:sp>
        <p:nvSpPr>
          <p:cNvPr id="20" name="Text 18"/>
          <p:cNvSpPr/>
          <p:nvPr/>
        </p:nvSpPr>
        <p:spPr>
          <a:xfrm>
            <a:off x="900150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1466" y="3913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Монтаж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227003" y="3607308"/>
            <a:ext cx="100584" cy="100584"/>
          </a:xfrm>
          <a:prstGeom prst="ellipse">
            <a:avLst/>
          </a:prstGeom>
          <a:solidFill>
            <a:srgbClr val="5A5F46"/>
          </a:solidFill>
          <a:ln/>
        </p:spPr>
      </p:sp>
      <p:sp>
        <p:nvSpPr>
          <p:cNvPr id="23" name="Text 21"/>
          <p:cNvSpPr/>
          <p:nvPr/>
        </p:nvSpPr>
        <p:spPr>
          <a:xfrm>
            <a:off x="10728655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08615" y="3913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Сдача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говорят наши клиенты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2286000"/>
            <a:ext cx="3529584" cy="3566160"/>
          </a:xfrm>
          <a:prstGeom prst="roundRect">
            <a:avLst>
              <a:gd name="adj" fmla="val 1813"/>
            </a:avLst>
          </a:prstGeom>
          <a:solidFill>
            <a:srgbClr val="F6F5F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5786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>
                <a:solidFill>
                  <a:srgbClr val="5A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69848" y="3337560"/>
            <a:ext cx="27614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Изготовление и сборка мебели прошла в срок. Я рада, что заказала именно у вас.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507992" y="2286000"/>
            <a:ext cx="3529584" cy="3566160"/>
          </a:xfrm>
          <a:prstGeom prst="roundRect">
            <a:avLst>
              <a:gd name="adj" fmla="val 1813"/>
            </a:avLst>
          </a:prstGeom>
          <a:solidFill>
            <a:srgbClr val="F6F5F2"/>
          </a:solidFill>
          <a:ln/>
        </p:spPr>
      </p:sp>
      <p:sp>
        <p:nvSpPr>
          <p:cNvPr id="7" name="Text 5"/>
          <p:cNvSpPr/>
          <p:nvPr/>
        </p:nvSpPr>
        <p:spPr>
          <a:xfrm>
            <a:off x="4873752" y="25786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>
                <a:solidFill>
                  <a:srgbClr val="5A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892040" y="3337560"/>
            <a:ext cx="27614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замера до установки фирма работала слаженно и максимально комфортно для клиента.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330184" y="2286000"/>
            <a:ext cx="3529584" cy="3566160"/>
          </a:xfrm>
          <a:prstGeom prst="roundRect">
            <a:avLst>
              <a:gd name="adj" fmla="val 1813"/>
            </a:avLst>
          </a:prstGeom>
          <a:solidFill>
            <a:srgbClr val="F6F5F2"/>
          </a:solidFill>
          <a:ln/>
        </p:spPr>
      </p:sp>
      <p:sp>
        <p:nvSpPr>
          <p:cNvPr id="10" name="Text 8"/>
          <p:cNvSpPr/>
          <p:nvPr/>
        </p:nvSpPr>
        <p:spPr>
          <a:xfrm>
            <a:off x="8695944" y="25786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>
                <a:solidFill>
                  <a:srgbClr val="5A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714232" y="3337560"/>
            <a:ext cx="27614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Профессионализм и умение слышать клиента, что сейчас редкость.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</a:t>
            </a:r>
            <a:endParaRPr lang="en-US" sz="3400" dirty="0"/>
          </a:p>
        </p:txBody>
      </p:sp>
      <p:pic>
        <p:nvPicPr>
          <p:cNvPr id="3" name="Image 0" descr="assets/team_alexand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52548" y="2057400"/>
            <a:ext cx="2331720" cy="2331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768" y="4617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Александр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026768" y="5074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 дизайнерами и сопровождение проектов.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026768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alex@stivinteriors.ru</a:t>
            </a:r>
            <a:endParaRPr lang="en-US" sz="1200" dirty="0"/>
          </a:p>
        </p:txBody>
      </p:sp>
      <p:pic>
        <p:nvPicPr>
          <p:cNvPr id="7" name="Image 1" descr="assets/team_stanislav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07428" y="2057400"/>
            <a:ext cx="233172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81648" y="4617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Станислав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781648" y="5074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Производство и реализация проектов.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781648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stiv@stivinteriors.ru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СТИВ ИНТЕРЬЕРЫ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4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Контакты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ТЕЛЕФОН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88920" y="24597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 (969) 256 23 23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88920" y="3236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t.me/stiv_interiors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ПОЧТА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40142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alex@stivinteriors.ru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47914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stivmebel.ru</a:t>
            </a:r>
            <a:endParaRPr lang="en-US" sz="1900" dirty="0"/>
          </a:p>
        </p:txBody>
      </p:sp>
      <p:pic>
        <p:nvPicPr>
          <p:cNvPr id="12" name="Image 0" descr="assets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468880"/>
            <a:ext cx="178308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464040" y="4343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5989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5A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Будем рады подключиться к вашему следующему проекту.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371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Alexandr Dranitskiy</cp:lastModifiedBy>
  <cp:revision>2</cp:revision>
  <dcterms:created xsi:type="dcterms:W3CDTF">2026-07-10T06:45:42Z</dcterms:created>
  <dcterms:modified xsi:type="dcterms:W3CDTF">2026-07-10T11:50:00Z</dcterms:modified>
</cp:coreProperties>
</file>